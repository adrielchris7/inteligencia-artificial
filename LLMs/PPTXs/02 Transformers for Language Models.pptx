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4e2ba252d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4e2ba252d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4e2ba252d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4e2ba252d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4e2ba252d6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24e2ba252d6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4e2ba252d6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4e2ba252d6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4e2ba252d6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4e2ba252d6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4e2ba252d6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4e2ba252d6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4e2ba252d6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24e2ba252d6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4e2ba252d6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4e2ba252d6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4e2ba252d6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4e2ba252d6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4e2ba252d6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4e2ba252d6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4e2ba252d6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24e2ba252d6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4e2ba252d6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4e2ba252d6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4e2ba252d6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4e2ba252d6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4e2ba252d6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24e2ba252d6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4e2ba252d6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4e2ba252d6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Transformers for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Language Models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Dr. Víctor Uc Cetina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675" y="1138838"/>
            <a:ext cx="8839204" cy="28658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20875"/>
            <a:ext cx="8839204" cy="33017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975" y="791388"/>
            <a:ext cx="8839204" cy="35607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21600"/>
            <a:ext cx="8839204" cy="35002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5375" y="152400"/>
            <a:ext cx="6593249" cy="4838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23725"/>
            <a:ext cx="8839204" cy="2896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3900" y="152400"/>
            <a:ext cx="5656197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47300"/>
            <a:ext cx="8839200" cy="46488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4013" y="152400"/>
            <a:ext cx="7835985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34075"/>
            <a:ext cx="8839203" cy="46753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89150" y="152400"/>
            <a:ext cx="6365694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95588"/>
            <a:ext cx="8839202" cy="1952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4550" y="152400"/>
            <a:ext cx="6514892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9013" y="152400"/>
            <a:ext cx="5905971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8"/>
          <p:cNvSpPr txBox="1"/>
          <p:nvPr>
            <p:ph type="title"/>
          </p:nvPr>
        </p:nvSpPr>
        <p:spPr>
          <a:xfrm>
            <a:off x="311700" y="445025"/>
            <a:ext cx="8520600" cy="165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362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620"/>
              <a:t>Questions?</a:t>
            </a:r>
            <a:endParaRPr sz="3620"/>
          </a:p>
        </p:txBody>
      </p:sp>
      <p:sp>
        <p:nvSpPr>
          <p:cNvPr id="131" name="Google Shape;131;p28"/>
          <p:cNvSpPr txBox="1"/>
          <p:nvPr>
            <p:ph type="title"/>
          </p:nvPr>
        </p:nvSpPr>
        <p:spPr>
          <a:xfrm>
            <a:off x="375000" y="2742900"/>
            <a:ext cx="8520600" cy="165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1620"/>
              <a:t>Reference</a:t>
            </a:r>
            <a:endParaRPr b="1" sz="16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16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620"/>
              <a:t>Lewis Tunstall, Leandro von Werra, Thomas Wolf.</a:t>
            </a:r>
            <a:endParaRPr sz="16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620"/>
              <a:t>Natural Language Processing with Transformers: Building Language Applications with Hugging Face.</a:t>
            </a:r>
            <a:endParaRPr sz="16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620"/>
              <a:t>O'Reilly Media, 2022.</a:t>
            </a:r>
            <a:endParaRPr sz="162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