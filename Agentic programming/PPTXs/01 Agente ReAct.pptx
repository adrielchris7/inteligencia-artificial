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1097280"/>
            <a:ext cx="2560320" cy="2560320"/>
          </a:xfrm>
          <a:prstGeom prst="ellipse">
            <a:avLst/>
          </a:prstGeom>
          <a:solidFill>
            <a:srgbClr val="1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840480"/>
            <a:ext cx="1828800" cy="1828800"/>
          </a:xfrm>
          <a:prstGeom prst="ellipse">
            <a:avLst/>
          </a:prstGeom>
          <a:solidFill>
            <a:srgbClr val="0E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Calibri"/>
              </a:rPr>
              <a:t>PROGRAMACIÓN AGÉNTICA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Agente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Razonar + actuar: cómo un LLM piensa,
usa herramientas y se adapta en un bucle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Yao et al., 2023  ·  Synergizing Reasoning and Acting in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Qué veremos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Qué es un agente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31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Pensamiento → Acción → Observación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El bucle y cómo terminarlo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ReAct prompting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Beneficios y vs. function calling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Cómo empezar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DEFINICIÓN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es un agente ReAct?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Un agente que combina razonamiento chain-of-thought (CoT)
con el uso de herramientas externas.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5661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Razonamiento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Descompone tareas complejas
en subpasos verbales (CoT)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2651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2651760"/>
            <a:ext cx="35661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Actuación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566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Llama a tools, APIs y fuentes
externas (búsqueda, KB, calc…)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6517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2651760"/>
            <a:ext cx="35661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Adaptación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566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Ajusta el plan según
observaciones en cada ciclo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Artículo: Yao et al. (2023) — ReAct: Synergizing Reasoning and Acting in Language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FUNCIONAMIENTO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Cómo trabajan los agentes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Inspirados en el monólogo interno humano: planifican paso a paso
y se adaptan con información nueva, sin flujos rígidos predefinidos.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Analogía: empacar para un viaje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Identificar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¿Cómo estará el clima?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9260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Consultar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Revisar el pronóstico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9260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Usar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Va a hacer frío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9260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Actuar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Revisar el closet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9260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B8A6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Adaptar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Ropa guardada → capas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PATRÓN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Pensamiento → Acción → Observación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Pensamiento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Razonamiento CoT verbalizado.
Descompone la tarea en
subproblemas manejables.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5544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39" y="182880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Usa tools / APIs / búsqueda /
bases de conocimiento para
obtener info del entorno.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5544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9" y="182880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199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Observación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65176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Evalúa el resultado de la
acción y decide el siguiente
pensamiento o la respuesta.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El LLM actúa como “cerebro”: coordina desde RAG simple hasta flujos multiagente.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bucle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Tras cada observación, el agente decide: ¿repetir el ciclo o terminar?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2286000" cy="10058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286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Pensamiento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286000" cy="10058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286000"/>
            <a:ext cx="228600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286000" cy="10058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228600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Observación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286000"/>
            <a:ext cx="2286000" cy="10058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286000"/>
            <a:ext cx="2286000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¿Fin?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Cómo terminar el bucle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Máximo de iteraciones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Limita latencia, costo y tokens.
Evita bucles infinitos.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Basado en condiciones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Termina cuando se cumple una condición
(p. ej. confianza en la respuesta final).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ReAct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Calibri"/>
              </a:rPr>
              <a:t>Técnica que guía al LLM a seguir el paradigma pensamiento / acción / observación
y define qué herramientas (acciones) puede usar.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59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Guiar CoT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35915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Razonar paso a paso, intercalando pensamientos con acciones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Definir acciones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3639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Establecer tools / APIs disponibles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4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13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Instruir observaciones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1363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Reevaluar el contexto tras cada acción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90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90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Bucle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69087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Repetir con condiciones claras de fin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0352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68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Respuesta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46811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Entregar la respuesta cuando se cumplan las condiciones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Formato clásico (LangChain)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ZERO_SHOT_REACT_DESCRIPTION — el modelo no necesita más ejemplos (prompt canónico en inglés)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7280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Question: the input question you must answer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Thought: you should always think about what to do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Action: the action to take, should be one of [Wikipedia, Search, Calculator]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Action Input: the input to the action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Observation: the result of the action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onsolas"/>
              </a:rPr>
              <a:t>... (Thought / Action / Action Input / Observation puede repetirse N veces)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Thought: I now know the final answer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onsolas"/>
              </a:rPr>
              <a:t>Final Answer: the final answer to the original input question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VENTAJAS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Beneficios de 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Versatilidad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Funciona con muchas tools y APIs.
No requiere fine-tuning previo
para ejecutar tool calls.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109728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Adaptabilidad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Elige tools de forma dinámica.
Aprende de errores previos
en contexto o memoria externa.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109728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Explicabilidad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El razonamiento verbalizado
facilita el depurado y hace
al agente más transparente.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109728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Precisión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CoT + fuentes externas reduce
alucinaciones frente a
usar solo chain-of-thought.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COMPARACIÓN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ReAct vs. function calling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Aspecto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6304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00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46304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600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B923C"/>
                </a:solidFill>
                <a:latin typeface="Calibri"/>
              </a:rPr>
              <a:t>Function calling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Ideal para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286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Tareas complejas, dinámicas
e impredecibles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286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468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Tareas simples o
predecibles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Fortalezas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429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611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Adaptabilidad y
razonamiento visible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429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611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Más rápido, menos tokens,
más simple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Compromiso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572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Más tokens en bucles
iterativos de CoT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572000"/>
            <a:ext cx="3749039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Menos control sobre
cuándo / cómo elegir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Calibri"/>
              </a:rPr>
              <a:t>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Cómo empezar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011680"/>
            <a:ext cx="822960" cy="82296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Desde cero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Implementar el bucle
pensamiento–acción–observación
en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011680"/>
            <a:ext cx="822960" cy="82296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BeeAI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74903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Framework de código abierto
con módulos ReAct
preconfigurados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2011680"/>
            <a:ext cx="822960" cy="82296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LlamaIndex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3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Agentes y tools listos
para conectar LLMs
con datos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2011680"/>
            <a:ext cx="822960" cy="82296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74903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Orquestación de agentes
(incl. ZERO_SHOT_REACT)
sobre LangChain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Muchos frameworks ya ofrecen módulos ReAct listos para usar.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ReAct = razonar + actuar + observar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Un marco simple y potente para agentes que planifican,
ejecutan herramientas y se adaptan en tiempo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5720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Pensamiento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5720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45720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Observación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